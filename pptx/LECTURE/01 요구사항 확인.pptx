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6" r:id="rId3"/>
    <p:sldId id="279" r:id="rId4"/>
    <p:sldId id="281" r:id="rId5"/>
    <p:sldId id="283" r:id="rId6"/>
    <p:sldId id="285" r:id="rId7"/>
    <p:sldId id="287" r:id="rId8"/>
    <p:sldId id="289" r:id="rId9"/>
    <p:sldId id="291" r:id="rId10"/>
    <p:sldId id="293" r:id="rId11"/>
    <p:sldId id="295" r:id="rId12"/>
    <p:sldId id="297" r:id="rId13"/>
    <p:sldId id="299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6" d="100"/>
          <a:sy n="96" d="100"/>
        </p:scale>
        <p:origin x="15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5276088"/>
            <a:ext cx="11347704" cy="78638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980176"/>
            <a:ext cx="11347704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F9A648C8-0436-6FAF-8B52-BA15EFB5F90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1" y="343038"/>
            <a:ext cx="11506200" cy="4792766"/>
          </a:xfrm>
          <a:custGeom>
            <a:avLst/>
            <a:gdLst>
              <a:gd name="connsiteX0" fmla="*/ 292023 w 11506200"/>
              <a:gd name="connsiteY0" fmla="*/ 0 h 4792766"/>
              <a:gd name="connsiteX1" fmla="*/ 11214177 w 11506200"/>
              <a:gd name="connsiteY1" fmla="*/ 0 h 4792766"/>
              <a:gd name="connsiteX2" fmla="*/ 11506200 w 11506200"/>
              <a:gd name="connsiteY2" fmla="*/ 292023 h 4792766"/>
              <a:gd name="connsiteX3" fmla="*/ 11506200 w 11506200"/>
              <a:gd name="connsiteY3" fmla="*/ 4500743 h 4792766"/>
              <a:gd name="connsiteX4" fmla="*/ 11214177 w 11506200"/>
              <a:gd name="connsiteY4" fmla="*/ 4792766 h 4792766"/>
              <a:gd name="connsiteX5" fmla="*/ 292023 w 11506200"/>
              <a:gd name="connsiteY5" fmla="*/ 4792766 h 4792766"/>
              <a:gd name="connsiteX6" fmla="*/ 0 w 11506200"/>
              <a:gd name="connsiteY6" fmla="*/ 4500743 h 4792766"/>
              <a:gd name="connsiteX7" fmla="*/ 0 w 11506200"/>
              <a:gd name="connsiteY7" fmla="*/ 292023 h 4792766"/>
              <a:gd name="connsiteX8" fmla="*/ 292023 w 11506200"/>
              <a:gd name="connsiteY8" fmla="*/ 0 h 47927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6200" h="4792766">
                <a:moveTo>
                  <a:pt x="292023" y="0"/>
                </a:moveTo>
                <a:lnTo>
                  <a:pt x="11214177" y="0"/>
                </a:lnTo>
                <a:cubicBezTo>
                  <a:pt x="11375457" y="0"/>
                  <a:pt x="11506200" y="130743"/>
                  <a:pt x="11506200" y="292023"/>
                </a:cubicBezTo>
                <a:lnTo>
                  <a:pt x="11506200" y="4500743"/>
                </a:lnTo>
                <a:cubicBezTo>
                  <a:pt x="11506200" y="4662023"/>
                  <a:pt x="11375457" y="4792766"/>
                  <a:pt x="11214177" y="4792766"/>
                </a:cubicBezTo>
                <a:lnTo>
                  <a:pt x="292023" y="4792766"/>
                </a:lnTo>
                <a:cubicBezTo>
                  <a:pt x="130743" y="4792766"/>
                  <a:pt x="0" y="4662023"/>
                  <a:pt x="0" y="4500743"/>
                </a:cubicBezTo>
                <a:lnTo>
                  <a:pt x="0" y="292023"/>
                </a:lnTo>
                <a:cubicBezTo>
                  <a:pt x="0" y="130743"/>
                  <a:pt x="130743" y="0"/>
                  <a:pt x="292023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6CD91AB5-8D64-469B-81DF-A26B406D2B54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9533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96B54-ED46-4036-80F8-E8EFB102CB24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32803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459028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591348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64B5AC7-D387-41BC-BBB6-F6DD0E8CACDB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6851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11480"/>
            <a:ext cx="5397718" cy="37398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873752"/>
            <a:ext cx="4517136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A0D73698-4765-4C7F-8C74-6EF048F95E94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8F28510C-0939-D915-FCC8-7D8AD44757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20113" y="342900"/>
            <a:ext cx="5131133" cy="6172200"/>
          </a:xfrm>
          <a:custGeom>
            <a:avLst/>
            <a:gdLst>
              <a:gd name="connsiteX0" fmla="*/ 305905 w 5334000"/>
              <a:gd name="connsiteY0" fmla="*/ 0 h 6172200"/>
              <a:gd name="connsiteX1" fmla="*/ 5028095 w 5334000"/>
              <a:gd name="connsiteY1" fmla="*/ 0 h 6172200"/>
              <a:gd name="connsiteX2" fmla="*/ 5334000 w 5334000"/>
              <a:gd name="connsiteY2" fmla="*/ 305905 h 6172200"/>
              <a:gd name="connsiteX3" fmla="*/ 5334000 w 5334000"/>
              <a:gd name="connsiteY3" fmla="*/ 5866295 h 6172200"/>
              <a:gd name="connsiteX4" fmla="*/ 5028095 w 5334000"/>
              <a:gd name="connsiteY4" fmla="*/ 6172200 h 6172200"/>
              <a:gd name="connsiteX5" fmla="*/ 305905 w 5334000"/>
              <a:gd name="connsiteY5" fmla="*/ 6172200 h 6172200"/>
              <a:gd name="connsiteX6" fmla="*/ 0 w 5334000"/>
              <a:gd name="connsiteY6" fmla="*/ 5866295 h 6172200"/>
              <a:gd name="connsiteX7" fmla="*/ 0 w 5334000"/>
              <a:gd name="connsiteY7" fmla="*/ 305905 h 6172200"/>
              <a:gd name="connsiteX8" fmla="*/ 305905 w 53340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334000" h="6172200">
                <a:moveTo>
                  <a:pt x="305905" y="0"/>
                </a:moveTo>
                <a:lnTo>
                  <a:pt x="5028095" y="0"/>
                </a:lnTo>
                <a:cubicBezTo>
                  <a:pt x="5197042" y="0"/>
                  <a:pt x="5334000" y="136958"/>
                  <a:pt x="5334000" y="305905"/>
                </a:cubicBezTo>
                <a:lnTo>
                  <a:pt x="5334000" y="5866295"/>
                </a:lnTo>
                <a:cubicBezTo>
                  <a:pt x="5334000" y="6035242"/>
                  <a:pt x="5197042" y="6172200"/>
                  <a:pt x="5028095" y="6172200"/>
                </a:cubicBezTo>
                <a:lnTo>
                  <a:pt x="305905" y="6172200"/>
                </a:lnTo>
                <a:cubicBezTo>
                  <a:pt x="136958" y="6172200"/>
                  <a:pt x="0" y="6035242"/>
                  <a:pt x="0" y="5866295"/>
                </a:cubicBezTo>
                <a:lnTo>
                  <a:pt x="0" y="305905"/>
                </a:lnTo>
                <a:cubicBezTo>
                  <a:pt x="0" y="136958"/>
                  <a:pt x="136958" y="0"/>
                  <a:pt x="305905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4044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Photo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69480" y="411480"/>
            <a:ext cx="4361688" cy="39684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2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69480" y="4873752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55FC269D-AA10-2D35-8DD6-33E0E2CC406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7472" y="343038"/>
            <a:ext cx="6257031" cy="6172200"/>
          </a:xfrm>
          <a:custGeom>
            <a:avLst/>
            <a:gdLst>
              <a:gd name="connsiteX0" fmla="*/ 318609 w 6257031"/>
              <a:gd name="connsiteY0" fmla="*/ 0 h 6172200"/>
              <a:gd name="connsiteX1" fmla="*/ 5938422 w 6257031"/>
              <a:gd name="connsiteY1" fmla="*/ 0 h 6172200"/>
              <a:gd name="connsiteX2" fmla="*/ 6257031 w 6257031"/>
              <a:gd name="connsiteY2" fmla="*/ 318609 h 6172200"/>
              <a:gd name="connsiteX3" fmla="*/ 6257031 w 6257031"/>
              <a:gd name="connsiteY3" fmla="*/ 5853591 h 6172200"/>
              <a:gd name="connsiteX4" fmla="*/ 5938422 w 6257031"/>
              <a:gd name="connsiteY4" fmla="*/ 6172200 h 6172200"/>
              <a:gd name="connsiteX5" fmla="*/ 318609 w 6257031"/>
              <a:gd name="connsiteY5" fmla="*/ 6172200 h 6172200"/>
              <a:gd name="connsiteX6" fmla="*/ 0 w 6257031"/>
              <a:gd name="connsiteY6" fmla="*/ 5853591 h 6172200"/>
              <a:gd name="connsiteX7" fmla="*/ 0 w 6257031"/>
              <a:gd name="connsiteY7" fmla="*/ 318609 h 6172200"/>
              <a:gd name="connsiteX8" fmla="*/ 318609 w 6257031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57031" h="6172200">
                <a:moveTo>
                  <a:pt x="318609" y="0"/>
                </a:moveTo>
                <a:lnTo>
                  <a:pt x="5938422" y="0"/>
                </a:lnTo>
                <a:cubicBezTo>
                  <a:pt x="6114385" y="0"/>
                  <a:pt x="6257031" y="142646"/>
                  <a:pt x="6257031" y="318609"/>
                </a:cubicBezTo>
                <a:lnTo>
                  <a:pt x="6257031" y="5853591"/>
                </a:lnTo>
                <a:cubicBezTo>
                  <a:pt x="6257031" y="6029554"/>
                  <a:pt x="6114385" y="6172200"/>
                  <a:pt x="5938422" y="6172200"/>
                </a:cubicBezTo>
                <a:lnTo>
                  <a:pt x="318609" y="6172200"/>
                </a:lnTo>
                <a:cubicBezTo>
                  <a:pt x="142646" y="6172200"/>
                  <a:pt x="0" y="6029554"/>
                  <a:pt x="0" y="5853591"/>
                </a:cubicBezTo>
                <a:lnTo>
                  <a:pt x="0" y="318609"/>
                </a:lnTo>
                <a:cubicBezTo>
                  <a:pt x="0" y="142646"/>
                  <a:pt x="142646" y="0"/>
                  <a:pt x="31860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19A3EA51-69C4-4090-B98A-31CA47A2E35E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2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9317736" cy="445312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9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4965192"/>
            <a:ext cx="5431536" cy="128930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6633933-AD95-42CF-A390-A7073FD506A1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88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8176" y="1536192"/>
            <a:ext cx="9171432" cy="2615184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08176" y="4427554"/>
            <a:ext cx="9171432" cy="11430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D50E307-C64C-483A-9485-A61D01D72197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4857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9768" y="438912"/>
            <a:ext cx="11494008" cy="46542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125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768" y="5093208"/>
            <a:ext cx="5669280" cy="116128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BC36CA3-7064-4E52-B24E-E3CC37B36CB8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84086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810512"/>
            <a:ext cx="7772400" cy="4562856"/>
          </a:xfrm>
        </p:spPr>
        <p:txBody>
          <a:bodyPr anchor="b">
            <a:normAutofit/>
          </a:bodyPr>
          <a:lstStyle>
            <a:lvl1pPr>
              <a:defRPr sz="8000">
                <a:solidFill>
                  <a:schemeClr val="tx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33F469A-9BA4-41D9-A358-7174319CB857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6818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11480"/>
            <a:ext cx="11045952" cy="1828800"/>
          </a:xfrm>
        </p:spPr>
        <p:txBody>
          <a:bodyPr anchor="t">
            <a:normAutofit/>
          </a:bodyPr>
          <a:lstStyle>
            <a:lvl1pPr>
              <a:defRPr sz="8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8464" y="2423160"/>
            <a:ext cx="5486400" cy="3886200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BB0C55-2E11-4E7F-9EF8-868B07C6C42C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7439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Phot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4384" y="1012952"/>
            <a:ext cx="4023360" cy="1636776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FE8E4848-C9F6-6844-AB1C-C4F0E8A472A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42901" y="345109"/>
            <a:ext cx="6714969" cy="6163508"/>
          </a:xfrm>
          <a:custGeom>
            <a:avLst/>
            <a:gdLst>
              <a:gd name="connsiteX0" fmla="*/ 281857 w 6714969"/>
              <a:gd name="connsiteY0" fmla="*/ 0 h 6163508"/>
              <a:gd name="connsiteX1" fmla="*/ 6433112 w 6714969"/>
              <a:gd name="connsiteY1" fmla="*/ 0 h 6163508"/>
              <a:gd name="connsiteX2" fmla="*/ 6714969 w 6714969"/>
              <a:gd name="connsiteY2" fmla="*/ 281857 h 6163508"/>
              <a:gd name="connsiteX3" fmla="*/ 6714969 w 6714969"/>
              <a:gd name="connsiteY3" fmla="*/ 5881651 h 6163508"/>
              <a:gd name="connsiteX4" fmla="*/ 6433112 w 6714969"/>
              <a:gd name="connsiteY4" fmla="*/ 6163508 h 6163508"/>
              <a:gd name="connsiteX5" fmla="*/ 281857 w 6714969"/>
              <a:gd name="connsiteY5" fmla="*/ 6163508 h 6163508"/>
              <a:gd name="connsiteX6" fmla="*/ 0 w 6714969"/>
              <a:gd name="connsiteY6" fmla="*/ 5881651 h 6163508"/>
              <a:gd name="connsiteX7" fmla="*/ 0 w 6714969"/>
              <a:gd name="connsiteY7" fmla="*/ 281857 h 6163508"/>
              <a:gd name="connsiteX8" fmla="*/ 281857 w 6714969"/>
              <a:gd name="connsiteY8" fmla="*/ 0 h 616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14969" h="6163508">
                <a:moveTo>
                  <a:pt x="281857" y="0"/>
                </a:moveTo>
                <a:lnTo>
                  <a:pt x="6433112" y="0"/>
                </a:lnTo>
                <a:cubicBezTo>
                  <a:pt x="6588777" y="0"/>
                  <a:pt x="6714969" y="126192"/>
                  <a:pt x="6714969" y="281857"/>
                </a:cubicBezTo>
                <a:lnTo>
                  <a:pt x="6714969" y="5881651"/>
                </a:lnTo>
                <a:cubicBezTo>
                  <a:pt x="6714969" y="6037316"/>
                  <a:pt x="6588777" y="6163508"/>
                  <a:pt x="6433112" y="6163508"/>
                </a:cubicBezTo>
                <a:lnTo>
                  <a:pt x="281857" y="6163508"/>
                </a:lnTo>
                <a:cubicBezTo>
                  <a:pt x="126192" y="6163508"/>
                  <a:pt x="0" y="6037316"/>
                  <a:pt x="0" y="5881651"/>
                </a:cubicBezTo>
                <a:lnTo>
                  <a:pt x="0" y="281857"/>
                </a:lnTo>
                <a:cubicBezTo>
                  <a:pt x="0" y="126192"/>
                  <a:pt x="126192" y="0"/>
                  <a:pt x="281857" y="0"/>
                </a:cubicBezTo>
                <a:close/>
              </a:path>
            </a:pathLst>
          </a:custGeom>
          <a:blipFill dpi="0" rotWithShape="1">
            <a:blip r:embed="rId2">
              <a:alphaModFix amt="6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896616"/>
            <a:ext cx="4023360" cy="3364992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>
              <a:buFont typeface="+mj-lt"/>
              <a:buAutoNum type="arabicPeriod"/>
              <a:defRPr lang="en-US" dirty="0"/>
            </a:lvl4pPr>
            <a:lvl5pPr>
              <a:buFont typeface="+mj-lt"/>
              <a:buAutoNum type="arabicPeriod"/>
              <a:defRPr lang="en-US" dirty="0"/>
            </a:lvl5pPr>
          </a:lstStyle>
          <a:p>
            <a:pPr marL="228600" lvl="0" indent="-228600"/>
            <a:r>
              <a:rPr lang="en-US" dirty="0"/>
              <a:t>Click to edit Master text styles</a:t>
            </a:r>
          </a:p>
          <a:p>
            <a:pPr marL="228600" lvl="1" indent="-228600"/>
            <a:r>
              <a:rPr lang="en-US" dirty="0"/>
              <a:t>Second level</a:t>
            </a:r>
          </a:p>
          <a:p>
            <a:pPr marL="228600" lvl="2" indent="-228600"/>
            <a:r>
              <a:rPr lang="en-US" dirty="0"/>
              <a:t>Third level</a:t>
            </a:r>
          </a:p>
          <a:p>
            <a:pPr marL="228600" lvl="3" indent="-228600"/>
            <a:r>
              <a:rPr lang="en-US" dirty="0"/>
              <a:t>Fourth level</a:t>
            </a:r>
          </a:p>
          <a:p>
            <a:pPr marL="228600" lvl="4" indent="-228600"/>
            <a:r>
              <a:rPr lang="en-US" dirty="0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C9FCAD-E19B-4A0F-866E-979EDEC4B525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33783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478024"/>
            <a:ext cx="4325112" cy="2454796"/>
          </a:xfrm>
        </p:spPr>
        <p:txBody>
          <a:bodyPr anchor="t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73800" y="2478024"/>
            <a:ext cx="4325112" cy="24597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9B4A14-E3E2-4038-B0C4-0EC5ECBDA17A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9565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2039112"/>
            <a:ext cx="3813048" cy="353872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2039112"/>
            <a:ext cx="5047488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01396-E7F4-44BB-B3C1-CAADE8EE1BCB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5161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00200"/>
            <a:ext cx="4142232" cy="46360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1600200"/>
            <a:ext cx="5788152" cy="463600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603B70-0873-4F91-B20E-188F8FCBC95A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394936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4032504" cy="3621024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22392" y="640080"/>
            <a:ext cx="5971032" cy="5724144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211211-1BBF-43C8-98F1-415153382D43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37067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40080"/>
            <a:ext cx="3493008" cy="362102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25696" y="640080"/>
            <a:ext cx="7159752" cy="57197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3C37F1-4FE0-40C5-A1CC-AC65E60D9E3F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27375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50408" y="548640"/>
            <a:ext cx="6035040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F226A48-373B-47E6-1E90-9892366CC9F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0"/>
            <a:ext cx="4501152" cy="6172200"/>
          </a:xfrm>
          <a:custGeom>
            <a:avLst/>
            <a:gdLst>
              <a:gd name="connsiteX0" fmla="*/ 332635 w 4501152"/>
              <a:gd name="connsiteY0" fmla="*/ 0 h 6172200"/>
              <a:gd name="connsiteX1" fmla="*/ 4168517 w 4501152"/>
              <a:gd name="connsiteY1" fmla="*/ 0 h 6172200"/>
              <a:gd name="connsiteX2" fmla="*/ 4501152 w 4501152"/>
              <a:gd name="connsiteY2" fmla="*/ 331423 h 6172200"/>
              <a:gd name="connsiteX3" fmla="*/ 4501152 w 4501152"/>
              <a:gd name="connsiteY3" fmla="*/ 5840778 h 6172200"/>
              <a:gd name="connsiteX4" fmla="*/ 4168517 w 4501152"/>
              <a:gd name="connsiteY4" fmla="*/ 6172200 h 6172200"/>
              <a:gd name="connsiteX5" fmla="*/ 332635 w 4501152"/>
              <a:gd name="connsiteY5" fmla="*/ 6172200 h 6172200"/>
              <a:gd name="connsiteX6" fmla="*/ 0 w 4501152"/>
              <a:gd name="connsiteY6" fmla="*/ 5840778 h 6172200"/>
              <a:gd name="connsiteX7" fmla="*/ 0 w 4501152"/>
              <a:gd name="connsiteY7" fmla="*/ 331423 h 6172200"/>
              <a:gd name="connsiteX8" fmla="*/ 332635 w 4501152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501152" h="6172200">
                <a:moveTo>
                  <a:pt x="332635" y="0"/>
                </a:moveTo>
                <a:lnTo>
                  <a:pt x="4168517" y="0"/>
                </a:lnTo>
                <a:cubicBezTo>
                  <a:pt x="4352226" y="0"/>
                  <a:pt x="4501152" y="148383"/>
                  <a:pt x="4501152" y="331423"/>
                </a:cubicBezTo>
                <a:lnTo>
                  <a:pt x="4501152" y="5840778"/>
                </a:lnTo>
                <a:cubicBezTo>
                  <a:pt x="4501152" y="6023817"/>
                  <a:pt x="4352226" y="6172200"/>
                  <a:pt x="4168517" y="6172200"/>
                </a:cubicBezTo>
                <a:lnTo>
                  <a:pt x="332635" y="6172200"/>
                </a:lnTo>
                <a:cubicBezTo>
                  <a:pt x="148926" y="6172200"/>
                  <a:pt x="0" y="6023817"/>
                  <a:pt x="0" y="5840778"/>
                </a:cubicBezTo>
                <a:lnTo>
                  <a:pt x="0" y="331423"/>
                </a:lnTo>
                <a:cubicBezTo>
                  <a:pt x="0" y="148383"/>
                  <a:pt x="148926" y="0"/>
                  <a:pt x="33263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550408" y="1828800"/>
            <a:ext cx="6035040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B0F37310-2C84-4F72-97F3-ED5E52F7A674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003271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40"/>
            <a:ext cx="6135624" cy="1143000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828800"/>
            <a:ext cx="6135624" cy="448970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7373D-8BEF-4D11-A85D-4ADD8461D8CF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11DC52-D1FD-A255-1A04-7A15A9DE3C8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53304" y="352327"/>
            <a:ext cx="4495799" cy="6172200"/>
          </a:xfrm>
          <a:custGeom>
            <a:avLst/>
            <a:gdLst>
              <a:gd name="connsiteX0" fmla="*/ 293171 w 4495799"/>
              <a:gd name="connsiteY0" fmla="*/ 0 h 6172200"/>
              <a:gd name="connsiteX1" fmla="*/ 4202628 w 4495799"/>
              <a:gd name="connsiteY1" fmla="*/ 0 h 6172200"/>
              <a:gd name="connsiteX2" fmla="*/ 4495799 w 4495799"/>
              <a:gd name="connsiteY2" fmla="*/ 293171 h 6172200"/>
              <a:gd name="connsiteX3" fmla="*/ 4495799 w 4495799"/>
              <a:gd name="connsiteY3" fmla="*/ 5879029 h 6172200"/>
              <a:gd name="connsiteX4" fmla="*/ 4202628 w 4495799"/>
              <a:gd name="connsiteY4" fmla="*/ 6172200 h 6172200"/>
              <a:gd name="connsiteX5" fmla="*/ 293171 w 4495799"/>
              <a:gd name="connsiteY5" fmla="*/ 6172200 h 6172200"/>
              <a:gd name="connsiteX6" fmla="*/ 0 w 4495799"/>
              <a:gd name="connsiteY6" fmla="*/ 5879029 h 6172200"/>
              <a:gd name="connsiteX7" fmla="*/ 0 w 4495799"/>
              <a:gd name="connsiteY7" fmla="*/ 293171 h 6172200"/>
              <a:gd name="connsiteX8" fmla="*/ 293171 w 4495799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495799" h="6172200">
                <a:moveTo>
                  <a:pt x="293171" y="0"/>
                </a:moveTo>
                <a:lnTo>
                  <a:pt x="4202628" y="0"/>
                </a:lnTo>
                <a:cubicBezTo>
                  <a:pt x="4364542" y="0"/>
                  <a:pt x="4495799" y="131257"/>
                  <a:pt x="4495799" y="293171"/>
                </a:cubicBezTo>
                <a:lnTo>
                  <a:pt x="4495799" y="5879029"/>
                </a:lnTo>
                <a:cubicBezTo>
                  <a:pt x="4495799" y="6040943"/>
                  <a:pt x="4364542" y="6172200"/>
                  <a:pt x="4202628" y="6172200"/>
                </a:cubicBezTo>
                <a:lnTo>
                  <a:pt x="293171" y="6172200"/>
                </a:lnTo>
                <a:cubicBezTo>
                  <a:pt x="131257" y="6172200"/>
                  <a:pt x="0" y="6040943"/>
                  <a:pt x="0" y="5879029"/>
                </a:cubicBezTo>
                <a:lnTo>
                  <a:pt x="0" y="293171"/>
                </a:lnTo>
                <a:cubicBezTo>
                  <a:pt x="0" y="131257"/>
                  <a:pt x="131257" y="0"/>
                  <a:pt x="29317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950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0076" y="320040"/>
            <a:ext cx="676656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539F8C7-DD74-7177-C2DA-02533B6576F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20076" y="1380744"/>
            <a:ext cx="676656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04D0A65-74B1-4258-9347-517577BEF7B0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49014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320040"/>
            <a:ext cx="685800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1380744"/>
            <a:ext cx="685800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B00591-709C-49DC-8FE0-9F32B5969F72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46768" y="344424"/>
            <a:ext cx="3808553" cy="61722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7520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601755"/>
            <a:ext cx="438912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2276856"/>
            <a:ext cx="438912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53D0D37D-152B-44E6-AB8F-60E41FE679D7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53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4480560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7" y="2276856"/>
            <a:ext cx="4480560" cy="404164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3FD62D-5EED-4798-9EBA-B6E1A9B98072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3051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96328" y="320040"/>
            <a:ext cx="4389120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B281557-D8C5-3666-A17C-BD66A5F9C04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1522" y="342902"/>
            <a:ext cx="6249778" cy="6172343"/>
          </a:xfrm>
          <a:custGeom>
            <a:avLst/>
            <a:gdLst>
              <a:gd name="connsiteX0" fmla="*/ 258473 w 6249778"/>
              <a:gd name="connsiteY0" fmla="*/ 0 h 6172343"/>
              <a:gd name="connsiteX1" fmla="*/ 5991306 w 6249778"/>
              <a:gd name="connsiteY1" fmla="*/ 0 h 6172343"/>
              <a:gd name="connsiteX2" fmla="*/ 6249778 w 6249778"/>
              <a:gd name="connsiteY2" fmla="*/ 257942 h 6172343"/>
              <a:gd name="connsiteX3" fmla="*/ 6249778 w 6249778"/>
              <a:gd name="connsiteY3" fmla="*/ 5914401 h 6172343"/>
              <a:gd name="connsiteX4" fmla="*/ 5991306 w 6249778"/>
              <a:gd name="connsiteY4" fmla="*/ 6172343 h 6172343"/>
              <a:gd name="connsiteX5" fmla="*/ 258473 w 6249778"/>
              <a:gd name="connsiteY5" fmla="*/ 6172343 h 6172343"/>
              <a:gd name="connsiteX6" fmla="*/ 0 w 6249778"/>
              <a:gd name="connsiteY6" fmla="*/ 5914401 h 6172343"/>
              <a:gd name="connsiteX7" fmla="*/ 0 w 6249778"/>
              <a:gd name="connsiteY7" fmla="*/ 257942 h 6172343"/>
              <a:gd name="connsiteX8" fmla="*/ 258473 w 6249778"/>
              <a:gd name="connsiteY8" fmla="*/ 0 h 6172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249778" h="6172343">
                <a:moveTo>
                  <a:pt x="258473" y="0"/>
                </a:moveTo>
                <a:lnTo>
                  <a:pt x="5991306" y="0"/>
                </a:lnTo>
                <a:cubicBezTo>
                  <a:pt x="6134057" y="0"/>
                  <a:pt x="6249778" y="115484"/>
                  <a:pt x="6249778" y="257942"/>
                </a:cubicBezTo>
                <a:lnTo>
                  <a:pt x="6249778" y="5914401"/>
                </a:lnTo>
                <a:cubicBezTo>
                  <a:pt x="6249778" y="6056859"/>
                  <a:pt x="6134057" y="6172343"/>
                  <a:pt x="5991306" y="6172343"/>
                </a:cubicBezTo>
                <a:lnTo>
                  <a:pt x="258473" y="6172343"/>
                </a:lnTo>
                <a:cubicBezTo>
                  <a:pt x="115722" y="6172343"/>
                  <a:pt x="0" y="6056859"/>
                  <a:pt x="0" y="5914401"/>
                </a:cubicBezTo>
                <a:lnTo>
                  <a:pt x="0" y="257942"/>
                </a:lnTo>
                <a:cubicBezTo>
                  <a:pt x="0" y="115484"/>
                  <a:pt x="115722" y="0"/>
                  <a:pt x="258473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6328" y="1380744"/>
            <a:ext cx="4389120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6FCFE97D-4F8B-4270-9223-9617008B9FA3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24729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320040"/>
            <a:ext cx="4573413" cy="93268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6" y="1380744"/>
            <a:ext cx="4573413" cy="498348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B1D5C-1F84-4585-9043-549E87BD77AE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37594" y="342900"/>
            <a:ext cx="6111507" cy="6172338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705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21040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21040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71EB90F8-5A2D-4795-872B-662FE96339B2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0334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3401568" cy="1527048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3" y="342901"/>
            <a:ext cx="7346257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2276856"/>
            <a:ext cx="3401568" cy="404164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A22F9C2-5647-4E58-BE9B-A16834D13FE3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1954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1896" y="1078992"/>
            <a:ext cx="3273552" cy="1947672"/>
          </a:xfrm>
        </p:spPr>
        <p:txBody>
          <a:bodyPr anchor="b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42900" y="342901"/>
            <a:ext cx="7391400" cy="6172200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311896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9B124E6D-88B1-474F-9E7C-C29F02FACC38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07574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2" y="5111854"/>
            <a:ext cx="3739279" cy="138988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9" name="Picture Placeholder 17">
            <a:extLst>
              <a:ext uri="{FF2B5EF4-FFF2-40B4-BE49-F238E27FC236}">
                <a16:creationId xmlns:a16="http://schemas.microsoft.com/office/drawing/2014/main" id="{D5837EDE-723C-6CF6-EB95-3AEDA1F07E9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9373" y="320043"/>
            <a:ext cx="11509730" cy="4404825"/>
          </a:xfrm>
          <a:custGeom>
            <a:avLst/>
            <a:gdLst>
              <a:gd name="connsiteX0" fmla="*/ 299132 w 11509730"/>
              <a:gd name="connsiteY0" fmla="*/ 0 h 4404825"/>
              <a:gd name="connsiteX1" fmla="*/ 11210598 w 11509730"/>
              <a:gd name="connsiteY1" fmla="*/ 0 h 4404825"/>
              <a:gd name="connsiteX2" fmla="*/ 11509730 w 11509730"/>
              <a:gd name="connsiteY2" fmla="*/ 299132 h 4404825"/>
              <a:gd name="connsiteX3" fmla="*/ 11509730 w 11509730"/>
              <a:gd name="connsiteY3" fmla="*/ 4105693 h 4404825"/>
              <a:gd name="connsiteX4" fmla="*/ 11210598 w 11509730"/>
              <a:gd name="connsiteY4" fmla="*/ 4404825 h 4404825"/>
              <a:gd name="connsiteX5" fmla="*/ 299132 w 11509730"/>
              <a:gd name="connsiteY5" fmla="*/ 4404825 h 4404825"/>
              <a:gd name="connsiteX6" fmla="*/ 0 w 11509730"/>
              <a:gd name="connsiteY6" fmla="*/ 4105693 h 4404825"/>
              <a:gd name="connsiteX7" fmla="*/ 0 w 11509730"/>
              <a:gd name="connsiteY7" fmla="*/ 299132 h 4404825"/>
              <a:gd name="connsiteX8" fmla="*/ 299132 w 11509730"/>
              <a:gd name="connsiteY8" fmla="*/ 0 h 44048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4404825">
                <a:moveTo>
                  <a:pt x="299132" y="0"/>
                </a:moveTo>
                <a:lnTo>
                  <a:pt x="11210598" y="0"/>
                </a:lnTo>
                <a:cubicBezTo>
                  <a:pt x="11375804" y="0"/>
                  <a:pt x="11509730" y="133926"/>
                  <a:pt x="11509730" y="299132"/>
                </a:cubicBezTo>
                <a:lnTo>
                  <a:pt x="11509730" y="4105693"/>
                </a:lnTo>
                <a:cubicBezTo>
                  <a:pt x="11509730" y="4270899"/>
                  <a:pt x="11375804" y="4404825"/>
                  <a:pt x="11210598" y="4404825"/>
                </a:cubicBezTo>
                <a:lnTo>
                  <a:pt x="299132" y="4404825"/>
                </a:lnTo>
                <a:cubicBezTo>
                  <a:pt x="133926" y="4404825"/>
                  <a:pt x="0" y="4270899"/>
                  <a:pt x="0" y="4105693"/>
                </a:cubicBezTo>
                <a:lnTo>
                  <a:pt x="0" y="299132"/>
                </a:lnTo>
                <a:cubicBezTo>
                  <a:pt x="0" y="133926"/>
                  <a:pt x="133926" y="0"/>
                  <a:pt x="299132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D21C7E-4348-443E-B7C8-EE213DFF1CB1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51928" y="5111854"/>
            <a:ext cx="6400800" cy="1389888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79026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4162318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1BCE7E7D-ED4A-B625-6CB8-4D71682F63D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20042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BB8D-1BA0-4790-987D-651470CA8928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4162318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40928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733" y="561425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86A25225-80A2-7139-2A81-39CA926639F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39373" y="3067414"/>
            <a:ext cx="11509730" cy="3458229"/>
          </a:xfrm>
          <a:custGeom>
            <a:avLst/>
            <a:gdLst>
              <a:gd name="connsiteX0" fmla="*/ 351529 w 11509730"/>
              <a:gd name="connsiteY0" fmla="*/ 0 h 3458229"/>
              <a:gd name="connsiteX1" fmla="*/ 11158201 w 11509730"/>
              <a:gd name="connsiteY1" fmla="*/ 0 h 3458229"/>
              <a:gd name="connsiteX2" fmla="*/ 11509730 w 11509730"/>
              <a:gd name="connsiteY2" fmla="*/ 351529 h 3458229"/>
              <a:gd name="connsiteX3" fmla="*/ 11509730 w 11509730"/>
              <a:gd name="connsiteY3" fmla="*/ 3106700 h 3458229"/>
              <a:gd name="connsiteX4" fmla="*/ 11158201 w 11509730"/>
              <a:gd name="connsiteY4" fmla="*/ 3458229 h 3458229"/>
              <a:gd name="connsiteX5" fmla="*/ 351529 w 11509730"/>
              <a:gd name="connsiteY5" fmla="*/ 3458229 h 3458229"/>
              <a:gd name="connsiteX6" fmla="*/ 0 w 11509730"/>
              <a:gd name="connsiteY6" fmla="*/ 3106700 h 3458229"/>
              <a:gd name="connsiteX7" fmla="*/ 0 w 11509730"/>
              <a:gd name="connsiteY7" fmla="*/ 351529 h 3458229"/>
              <a:gd name="connsiteX8" fmla="*/ 351529 w 11509730"/>
              <a:gd name="connsiteY8" fmla="*/ 0 h 34582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509730" h="3458229">
                <a:moveTo>
                  <a:pt x="351529" y="0"/>
                </a:moveTo>
                <a:lnTo>
                  <a:pt x="11158201" y="0"/>
                </a:lnTo>
                <a:cubicBezTo>
                  <a:pt x="11352345" y="0"/>
                  <a:pt x="11509730" y="157385"/>
                  <a:pt x="11509730" y="351529"/>
                </a:cubicBezTo>
                <a:lnTo>
                  <a:pt x="11509730" y="3106700"/>
                </a:lnTo>
                <a:cubicBezTo>
                  <a:pt x="11509730" y="3300844"/>
                  <a:pt x="11352345" y="3458229"/>
                  <a:pt x="11158201" y="3458229"/>
                </a:cubicBezTo>
                <a:lnTo>
                  <a:pt x="351529" y="3458229"/>
                </a:lnTo>
                <a:cubicBezTo>
                  <a:pt x="157385" y="3458229"/>
                  <a:pt x="0" y="3300844"/>
                  <a:pt x="0" y="3106700"/>
                </a:cubicBezTo>
                <a:lnTo>
                  <a:pt x="0" y="351529"/>
                </a:lnTo>
                <a:cubicBezTo>
                  <a:pt x="0" y="157385"/>
                  <a:pt x="157385" y="0"/>
                  <a:pt x="35152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519672"/>
            <a:ext cx="3494314" cy="338328"/>
          </a:xfrm>
        </p:spPr>
        <p:txBody>
          <a:bodyPr/>
          <a:lstStyle/>
          <a:p>
            <a:fld id="{48CD4B21-9C97-4358-8E22-9F49A31BDF6B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561425"/>
            <a:ext cx="7772400" cy="224028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800"/>
            </a:lvl1pPr>
            <a:lvl2pPr marL="514350" indent="-285750">
              <a:buFont typeface="Arial" panose="020B0604020202020204" pitchFamily="34" charset="0"/>
              <a:buChar char="•"/>
              <a:defRPr sz="16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876521" y="6519672"/>
            <a:ext cx="2805405" cy="338328"/>
          </a:xfrm>
        </p:spPr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519672"/>
            <a:ext cx="429207" cy="338328"/>
          </a:xfrm>
        </p:spPr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96275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603504"/>
            <a:ext cx="11155680" cy="970463"/>
          </a:xfrm>
        </p:spPr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45F6FDB5-F783-3538-287C-754C11C3097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9768" y="1828800"/>
            <a:ext cx="6176399" cy="4425696"/>
          </a:xfrm>
          <a:custGeom>
            <a:avLst/>
            <a:gdLst>
              <a:gd name="connsiteX0" fmla="*/ 325421 w 6450717"/>
              <a:gd name="connsiteY0" fmla="*/ 0 h 4425696"/>
              <a:gd name="connsiteX1" fmla="*/ 6125296 w 6450717"/>
              <a:gd name="connsiteY1" fmla="*/ 0 h 4425696"/>
              <a:gd name="connsiteX2" fmla="*/ 6450717 w 6450717"/>
              <a:gd name="connsiteY2" fmla="*/ 325421 h 4425696"/>
              <a:gd name="connsiteX3" fmla="*/ 6450717 w 6450717"/>
              <a:gd name="connsiteY3" fmla="*/ 4100275 h 4425696"/>
              <a:gd name="connsiteX4" fmla="*/ 6125296 w 6450717"/>
              <a:gd name="connsiteY4" fmla="*/ 4425696 h 4425696"/>
              <a:gd name="connsiteX5" fmla="*/ 325421 w 6450717"/>
              <a:gd name="connsiteY5" fmla="*/ 4425696 h 4425696"/>
              <a:gd name="connsiteX6" fmla="*/ 0 w 6450717"/>
              <a:gd name="connsiteY6" fmla="*/ 4100275 h 4425696"/>
              <a:gd name="connsiteX7" fmla="*/ 0 w 6450717"/>
              <a:gd name="connsiteY7" fmla="*/ 325421 h 4425696"/>
              <a:gd name="connsiteX8" fmla="*/ 325421 w 6450717"/>
              <a:gd name="connsiteY8" fmla="*/ 0 h 4425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450717" h="4425696">
                <a:moveTo>
                  <a:pt x="325421" y="0"/>
                </a:moveTo>
                <a:lnTo>
                  <a:pt x="6125296" y="0"/>
                </a:lnTo>
                <a:cubicBezTo>
                  <a:pt x="6305021" y="0"/>
                  <a:pt x="6450717" y="145696"/>
                  <a:pt x="6450717" y="325421"/>
                </a:cubicBezTo>
                <a:lnTo>
                  <a:pt x="6450717" y="4100275"/>
                </a:lnTo>
                <a:cubicBezTo>
                  <a:pt x="6450717" y="4280000"/>
                  <a:pt x="6305021" y="4425696"/>
                  <a:pt x="6125296" y="4425696"/>
                </a:cubicBezTo>
                <a:lnTo>
                  <a:pt x="325421" y="4425696"/>
                </a:lnTo>
                <a:cubicBezTo>
                  <a:pt x="145696" y="4425696"/>
                  <a:pt x="0" y="4280000"/>
                  <a:pt x="0" y="4100275"/>
                </a:cubicBezTo>
                <a:lnTo>
                  <a:pt x="0" y="325421"/>
                </a:lnTo>
                <a:cubicBezTo>
                  <a:pt x="0" y="145696"/>
                  <a:pt x="145696" y="0"/>
                  <a:pt x="325421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87768" y="1828800"/>
            <a:ext cx="4297680" cy="442887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8FABC-5F70-4DE9-8A42-1DE3D93319BF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1440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48639"/>
            <a:ext cx="4855464" cy="1453896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5F2F272-6D18-7E06-3E9A-D10C5C502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6"/>
            <a:ext cx="4775158" cy="4039043"/>
          </a:xfrm>
          <a:custGeom>
            <a:avLst/>
            <a:gdLst>
              <a:gd name="connsiteX0" fmla="*/ 305917 w 4855463"/>
              <a:gd name="connsiteY0" fmla="*/ 0 h 4039043"/>
              <a:gd name="connsiteX1" fmla="*/ 4549547 w 4855463"/>
              <a:gd name="connsiteY1" fmla="*/ 0 h 4039043"/>
              <a:gd name="connsiteX2" fmla="*/ 4849249 w 4855463"/>
              <a:gd name="connsiteY2" fmla="*/ 244264 h 4039043"/>
              <a:gd name="connsiteX3" fmla="*/ 4855463 w 4855463"/>
              <a:gd name="connsiteY3" fmla="*/ 305907 h 4039043"/>
              <a:gd name="connsiteX4" fmla="*/ 4855463 w 4855463"/>
              <a:gd name="connsiteY4" fmla="*/ 3733136 h 4039043"/>
              <a:gd name="connsiteX5" fmla="*/ 4849249 w 4855463"/>
              <a:gd name="connsiteY5" fmla="*/ 3794779 h 4039043"/>
              <a:gd name="connsiteX6" fmla="*/ 4549547 w 4855463"/>
              <a:gd name="connsiteY6" fmla="*/ 4039043 h 4039043"/>
              <a:gd name="connsiteX7" fmla="*/ 305917 w 4855463"/>
              <a:gd name="connsiteY7" fmla="*/ 4039043 h 4039043"/>
              <a:gd name="connsiteX8" fmla="*/ 0 w 4855463"/>
              <a:gd name="connsiteY8" fmla="*/ 3733126 h 4039043"/>
              <a:gd name="connsiteX9" fmla="*/ 0 w 4855463"/>
              <a:gd name="connsiteY9" fmla="*/ 305917 h 4039043"/>
              <a:gd name="connsiteX10" fmla="*/ 305917 w 4855463"/>
              <a:gd name="connsiteY10" fmla="*/ 0 h 4039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855463" h="4039043">
                <a:moveTo>
                  <a:pt x="305917" y="0"/>
                </a:moveTo>
                <a:lnTo>
                  <a:pt x="4549547" y="0"/>
                </a:lnTo>
                <a:cubicBezTo>
                  <a:pt x="4697381" y="0"/>
                  <a:pt x="4820723" y="104863"/>
                  <a:pt x="4849249" y="244264"/>
                </a:cubicBezTo>
                <a:lnTo>
                  <a:pt x="4855463" y="305907"/>
                </a:lnTo>
                <a:lnTo>
                  <a:pt x="4855463" y="3733136"/>
                </a:lnTo>
                <a:lnTo>
                  <a:pt x="4849249" y="3794779"/>
                </a:lnTo>
                <a:cubicBezTo>
                  <a:pt x="4820723" y="3934180"/>
                  <a:pt x="4697381" y="4039043"/>
                  <a:pt x="4549547" y="4039043"/>
                </a:cubicBezTo>
                <a:lnTo>
                  <a:pt x="305917" y="4039043"/>
                </a:lnTo>
                <a:cubicBezTo>
                  <a:pt x="136964" y="4039043"/>
                  <a:pt x="0" y="3902079"/>
                  <a:pt x="0" y="3733126"/>
                </a:cubicBezTo>
                <a:lnTo>
                  <a:pt x="0" y="305917"/>
                </a:lnTo>
                <a:cubicBezTo>
                  <a:pt x="0" y="136964"/>
                  <a:pt x="136964" y="0"/>
                  <a:pt x="305917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6000" y="549275"/>
            <a:ext cx="5585925" cy="578326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32AAB-0859-49C5-9F81-D3744B520913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24956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0218"/>
            <a:ext cx="3827439" cy="1453896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14639E5C-EF58-65A1-C364-F58DE761581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0075" y="2293494"/>
            <a:ext cx="3666744" cy="4039044"/>
          </a:xfrm>
          <a:custGeom>
            <a:avLst/>
            <a:gdLst>
              <a:gd name="connsiteX0" fmla="*/ 292716 w 3666744"/>
              <a:gd name="connsiteY0" fmla="*/ 0 h 4039044"/>
              <a:gd name="connsiteX1" fmla="*/ 3374028 w 3666744"/>
              <a:gd name="connsiteY1" fmla="*/ 0 h 4039044"/>
              <a:gd name="connsiteX2" fmla="*/ 3666744 w 3666744"/>
              <a:gd name="connsiteY2" fmla="*/ 292716 h 4039044"/>
              <a:gd name="connsiteX3" fmla="*/ 3666744 w 3666744"/>
              <a:gd name="connsiteY3" fmla="*/ 3746328 h 4039044"/>
              <a:gd name="connsiteX4" fmla="*/ 3374028 w 3666744"/>
              <a:gd name="connsiteY4" fmla="*/ 4039044 h 4039044"/>
              <a:gd name="connsiteX5" fmla="*/ 292716 w 3666744"/>
              <a:gd name="connsiteY5" fmla="*/ 4039044 h 4039044"/>
              <a:gd name="connsiteX6" fmla="*/ 0 w 3666744"/>
              <a:gd name="connsiteY6" fmla="*/ 3746328 h 4039044"/>
              <a:gd name="connsiteX7" fmla="*/ 0 w 3666744"/>
              <a:gd name="connsiteY7" fmla="*/ 292716 h 4039044"/>
              <a:gd name="connsiteX8" fmla="*/ 292716 w 3666744"/>
              <a:gd name="connsiteY8" fmla="*/ 0 h 4039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66744" h="4039044">
                <a:moveTo>
                  <a:pt x="292716" y="0"/>
                </a:moveTo>
                <a:lnTo>
                  <a:pt x="3374028" y="0"/>
                </a:lnTo>
                <a:cubicBezTo>
                  <a:pt x="3535691" y="0"/>
                  <a:pt x="3666744" y="131053"/>
                  <a:pt x="3666744" y="292716"/>
                </a:cubicBezTo>
                <a:lnTo>
                  <a:pt x="3666744" y="3746328"/>
                </a:lnTo>
                <a:cubicBezTo>
                  <a:pt x="3666744" y="3907991"/>
                  <a:pt x="3535691" y="4039044"/>
                  <a:pt x="3374028" y="4039044"/>
                </a:cubicBezTo>
                <a:lnTo>
                  <a:pt x="292716" y="4039044"/>
                </a:lnTo>
                <a:cubicBezTo>
                  <a:pt x="131053" y="4039044"/>
                  <a:pt x="0" y="3907991"/>
                  <a:pt x="0" y="3746328"/>
                </a:cubicBezTo>
                <a:lnTo>
                  <a:pt x="0" y="292716"/>
                </a:lnTo>
                <a:cubicBezTo>
                  <a:pt x="0" y="131053"/>
                  <a:pt x="131053" y="0"/>
                  <a:pt x="2927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20787" y="549275"/>
            <a:ext cx="6561138" cy="578815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C0E27-EFA9-4706-B7B3-384BAC09CA5C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40249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4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38527-6BF7-45BD-8E9C-2BDCA53716A3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4143144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3776" y="4992624"/>
            <a:ext cx="11201400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E2D2C4-0829-4B37-AFA9-97EED5EA275A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78638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buNone/>
              <a:defRPr sz="27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948923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g Numb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809744"/>
            <a:ext cx="5897880" cy="135331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120000"/>
              </a:lnSpc>
              <a:defRPr lang="en-US" sz="2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13353C-D70D-4D92-85A4-BE6E7FCC2830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603504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37445327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7622C3-A8C0-4CE4-AFAA-25D23CB3242F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rm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009895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9B6EAC-4E38-4BC4-964B-55A6571A4EBF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538414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B2DDD8-66B1-484C-ABC1-3F6C2E131531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8617661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36776" y="5276088"/>
            <a:ext cx="9061704" cy="466344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2200" b="1">
                <a:solidFill>
                  <a:schemeClr val="tx2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828800"/>
            <a:ext cx="9198864" cy="287121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0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6CBEC5-37D0-4E5C-8671-D7D2A06BE21B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29837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351F96B-ED98-BF55-D2B0-047000EF48E1}"/>
              </a:ext>
            </a:extLst>
          </p:cNvPr>
          <p:cNvSpPr/>
          <p:nvPr/>
        </p:nvSpPr>
        <p:spPr>
          <a:xfrm>
            <a:off x="806386" y="760151"/>
            <a:ext cx="10579222" cy="5337698"/>
          </a:xfrm>
          <a:prstGeom prst="roundRect">
            <a:avLst>
              <a:gd name="adj" fmla="val 6093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01368" y="5120640"/>
            <a:ext cx="8549640" cy="621792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55064" y="2093976"/>
            <a:ext cx="8695944" cy="213055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36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46FC37-12B5-4EB9-BB05-B5E210E93FF0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29704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450699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438912"/>
            <a:ext cx="9619488" cy="452628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10F6F3-6829-4CDD-B3A1-8F321E27194A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7777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8556" y="4965192"/>
            <a:ext cx="9148947" cy="1289304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18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29768" y="1179576"/>
            <a:ext cx="9317736" cy="3785616"/>
          </a:xfrm>
        </p:spPr>
        <p:txBody>
          <a:bodyPr anchor="b">
            <a:normAutofit/>
          </a:bodyPr>
          <a:lstStyle>
            <a:lvl1pPr marL="164592" indent="-164592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480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A6652C-AA1E-4738-883B-0336FAAA5DB1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465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7" y="294248"/>
            <a:ext cx="11164825" cy="95848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A7BFCD9-16A4-5745-7BB3-7836095FF1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25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30EDC57-7D17-D4C8-5C60-A44A480EA99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24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0F56A5-925A-45AB-8491-C696F304662B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137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76166"/>
            <a:ext cx="11164824" cy="97656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7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7B5BB1DC-4DAA-D220-25A9-5752C158FD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0213" y="2020888"/>
            <a:ext cx="5211762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BAB67A04-5E8D-18C5-D47A-A5B5CFE568A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1750" y="2020888"/>
            <a:ext cx="5213350" cy="43434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882B41-9B9A-4653-8E8E-9D57A4983847}" type="datetime1">
              <a:rPr lang="en-US" smtClean="0"/>
              <a:t>3/22/2026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8114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C80A14-C874-4C11-943E-4B7AAF73B997}" type="datetime1">
              <a:rPr lang="en-US" smtClean="0"/>
              <a:t>3/22/2026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72637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A60914-BFFA-4E5B-B382-06A92C8508A8}" type="datetime1">
              <a:rPr lang="en-US" smtClean="0"/>
              <a:t>3/22/2026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31614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3615"/>
            <a:ext cx="3595634" cy="221284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9" y="2823029"/>
            <a:ext cx="3309608" cy="3481355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6995" y="553616"/>
            <a:ext cx="6466741" cy="575256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DEE75D-2E4A-469A-9092-8B43711F5315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3425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557784"/>
            <a:ext cx="3593592" cy="2212313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9767" y="2826137"/>
            <a:ext cx="3310128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:a16="http://schemas.microsoft.com/office/drawing/2014/main" id="{ADACA751-BBB2-3E33-EA6C-54B4A7F6842B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502843" y="342901"/>
            <a:ext cx="7346258" cy="6172198"/>
          </a:xfrm>
          <a:custGeom>
            <a:avLst/>
            <a:gdLst>
              <a:gd name="connsiteX0" fmla="*/ 264355 w 6785782"/>
              <a:gd name="connsiteY0" fmla="*/ 0 h 6172198"/>
              <a:gd name="connsiteX1" fmla="*/ 6521427 w 6785782"/>
              <a:gd name="connsiteY1" fmla="*/ 0 h 6172198"/>
              <a:gd name="connsiteX2" fmla="*/ 6785782 w 6785782"/>
              <a:gd name="connsiteY2" fmla="*/ 264355 h 6172198"/>
              <a:gd name="connsiteX3" fmla="*/ 6785782 w 6785782"/>
              <a:gd name="connsiteY3" fmla="*/ 5907843 h 6172198"/>
              <a:gd name="connsiteX4" fmla="*/ 6521427 w 6785782"/>
              <a:gd name="connsiteY4" fmla="*/ 6172198 h 6172198"/>
              <a:gd name="connsiteX5" fmla="*/ 264355 w 6785782"/>
              <a:gd name="connsiteY5" fmla="*/ 6172198 h 6172198"/>
              <a:gd name="connsiteX6" fmla="*/ 0 w 6785782"/>
              <a:gd name="connsiteY6" fmla="*/ 5907843 h 6172198"/>
              <a:gd name="connsiteX7" fmla="*/ 0 w 6785782"/>
              <a:gd name="connsiteY7" fmla="*/ 264355 h 6172198"/>
              <a:gd name="connsiteX8" fmla="*/ 264355 w 6785782"/>
              <a:gd name="connsiteY8" fmla="*/ 0 h 6172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785782" h="6172198">
                <a:moveTo>
                  <a:pt x="264355" y="0"/>
                </a:moveTo>
                <a:lnTo>
                  <a:pt x="6521427" y="0"/>
                </a:lnTo>
                <a:cubicBezTo>
                  <a:pt x="6667426" y="0"/>
                  <a:pt x="6785782" y="118356"/>
                  <a:pt x="6785782" y="264355"/>
                </a:cubicBezTo>
                <a:lnTo>
                  <a:pt x="6785782" y="5907843"/>
                </a:lnTo>
                <a:cubicBezTo>
                  <a:pt x="6785782" y="6053842"/>
                  <a:pt x="6667426" y="6172198"/>
                  <a:pt x="6521427" y="6172198"/>
                </a:cubicBezTo>
                <a:lnTo>
                  <a:pt x="264355" y="6172198"/>
                </a:lnTo>
                <a:cubicBezTo>
                  <a:pt x="118356" y="6172198"/>
                  <a:pt x="0" y="6053842"/>
                  <a:pt x="0" y="5907843"/>
                </a:cubicBezTo>
                <a:lnTo>
                  <a:pt x="0" y="264355"/>
                </a:lnTo>
                <a:cubicBezTo>
                  <a:pt x="0" y="118356"/>
                  <a:pt x="118356" y="0"/>
                  <a:pt x="26435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E6FD38-01FF-4539-8A35-AB19E4D5C3A7}" type="datetime1">
              <a:rPr lang="en-US" smtClean="0"/>
              <a:t>3/22/2026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173915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>
            <a:lvl1pPr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9768" y="3264408"/>
            <a:ext cx="10890374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8C5BFC-EF85-4C2B-8809-2F9E7D76A143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44488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1627318"/>
            <a:ext cx="7370064" cy="184202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9768" y="3622673"/>
            <a:ext cx="7370064" cy="2231136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8805FF-0F6F-4DB7-B5D6-9BF14E40F716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4303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283464"/>
            <a:ext cx="10652760" cy="9692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9768" y="1380744"/>
            <a:ext cx="10652760" cy="49011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29768" y="6519672"/>
            <a:ext cx="28437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fld id="{E9D380B3-E270-4064-8D13-292A875F6C31}" type="datetime1">
              <a:rPr lang="en-US" smtClean="0"/>
              <a:t>3/22/2026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60536" y="6519672"/>
            <a:ext cx="2642616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75720" y="65196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8E274F5D-21DC-40EF-8DBA-AB9BB119E9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102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31C4E2-1386-E832-A81C-9C89F5453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768" y="429768"/>
            <a:ext cx="10890374" cy="1627632"/>
          </a:xfrm>
        </p:spPr>
        <p:txBody>
          <a:bodyPr anchor="t">
            <a:normAutofit/>
          </a:bodyPr>
          <a:lstStyle/>
          <a:p>
            <a:r>
              <a:rPr lang="ko-KR" altLang="en-US"/>
              <a:t>1과목</a:t>
            </a:r>
          </a:p>
          <a:p>
            <a:r>
              <a:rPr lang="ko-KR" altLang="en-US"/>
              <a:t>요구사항 확인</a:t>
            </a:r>
          </a:p>
        </p:txBody>
      </p:sp>
    </p:spTree>
    <p:extLst>
      <p:ext uri="{BB962C8B-B14F-4D97-AF65-F5344CB8AC3E}">
        <p14:creationId xmlns:p14="http://schemas.microsoft.com/office/powerpoint/2010/main" val="3910091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A19841-96AF-4BE0-EDA9-D981C0DB2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9CDE65-87B6-C31F-552B-5508B762478E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altLang="ko-KR" sz="2800" b="1" dirty="0">
                <a:solidFill>
                  <a:schemeClr val="accent1"/>
                </a:solidFill>
              </a:rPr>
              <a:t>01</a:t>
            </a:r>
            <a:r>
              <a:rPr lang="ko-KR" altLang="en-US" sz="1600" dirty="0"/>
              <a:t>  소프트웨어 생명 주기</a:t>
            </a:r>
          </a:p>
          <a:p>
            <a:pPr>
              <a:buNone/>
            </a:pPr>
            <a:endParaRPr lang="ko-KR" sz="600" dirty="0"/>
          </a:p>
          <a:p>
            <a:pPr>
              <a:buNone/>
            </a:pPr>
            <a:r>
              <a:rPr lang="en-US" altLang="ko-KR" sz="2800" b="1" dirty="0">
                <a:solidFill>
                  <a:schemeClr val="accent1"/>
                </a:solidFill>
              </a:rPr>
              <a:t>02</a:t>
            </a:r>
            <a:r>
              <a:rPr lang="ko-KR" altLang="en-US" sz="1600" dirty="0"/>
              <a:t>  애자일 방법론</a:t>
            </a:r>
          </a:p>
          <a:p>
            <a:pPr>
              <a:buNone/>
            </a:pPr>
            <a:endParaRPr lang="ko-KR" sz="600" dirty="0"/>
          </a:p>
          <a:p>
            <a:pPr>
              <a:buNone/>
            </a:pPr>
            <a:r>
              <a:rPr lang="en-US" altLang="ko-KR" sz="2800" b="1" dirty="0">
                <a:solidFill>
                  <a:schemeClr val="accent1"/>
                </a:solidFill>
              </a:rPr>
              <a:t>03</a:t>
            </a:r>
            <a:r>
              <a:rPr lang="ko-KR" altLang="en-US" sz="1600" dirty="0"/>
              <a:t>  요구사항</a:t>
            </a:r>
          </a:p>
          <a:p>
            <a:pPr>
              <a:buNone/>
            </a:pPr>
            <a:endParaRPr lang="ko-KR" sz="600" dirty="0"/>
          </a:p>
          <a:p>
            <a:pPr>
              <a:buNone/>
            </a:pPr>
            <a:r>
              <a:rPr lang="en-US" altLang="ko-KR" sz="2800" b="1" dirty="0">
                <a:solidFill>
                  <a:schemeClr val="accent1"/>
                </a:solidFill>
              </a:rPr>
              <a:t>04</a:t>
            </a:r>
            <a:r>
              <a:rPr lang="ko-KR" altLang="en-US" sz="1600" dirty="0"/>
              <a:t>  UML</a:t>
            </a:r>
          </a:p>
          <a:p>
            <a:pPr>
              <a:buNone/>
            </a:pPr>
            <a:endParaRPr lang="ko-KR" sz="600" dirty="0"/>
          </a:p>
          <a:p>
            <a:pPr>
              <a:buNone/>
            </a:pPr>
            <a:r>
              <a:rPr lang="en-US" altLang="ko-KR" sz="2800" b="1" dirty="0">
                <a:solidFill>
                  <a:schemeClr val="accent1"/>
                </a:solidFill>
              </a:rPr>
              <a:t>05</a:t>
            </a:r>
            <a:r>
              <a:rPr lang="ko-KR" altLang="en-US" sz="1600" dirty="0"/>
              <a:t>  UI 설계</a:t>
            </a:r>
          </a:p>
        </p:txBody>
      </p:sp>
    </p:spTree>
    <p:extLst>
      <p:ext uri="{BB962C8B-B14F-4D97-AF65-F5344CB8AC3E}">
        <p14:creationId xmlns:p14="http://schemas.microsoft.com/office/powerpoint/2010/main" val="2390511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8653DA-5C2F-535D-8BC0-8BA60AD63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소프트웨어 생명 주기 (SDLC)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D32C66-A7F9-BDE6-438A-12601C75B9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폭포수 모형 (Waterfall)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가장 오래된 전통적 방식, 선형 순차적 진행, 요구사항 변경 어려움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타당성검토 → 계획 → 요구분석 → 설계 → 구현 → 테스트 → 유지보수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프로토타이핑 (Prototyping)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시제품(프로토타입)을 만들어 최종 결과물을 예측하는 모형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나선형 (Spiral) — 보헴(Boehm) 제안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위험 최소화 목적 | 계획수립 → 위험분석 → 개발검증 → 고객평가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애자일 (Agile)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유연한 대응, 반복 주기 개발 | 종류: XP, 스크럼, 칸반, 크리스탈, FDD</a:t>
            </a:r>
          </a:p>
        </p:txBody>
      </p:sp>
    </p:spTree>
    <p:extLst>
      <p:ext uri="{BB962C8B-B14F-4D97-AF65-F5344CB8AC3E}">
        <p14:creationId xmlns:p14="http://schemas.microsoft.com/office/powerpoint/2010/main" val="17144400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29507B-D7FA-F2F1-7299-B2D125932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XP (eXtreme Programming)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165E78-6CC1-2DBE-FD3D-EB963A9F26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5가지 핵심 가치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의사소통(Communication) · 단순성(Simplicity) · 용기(Courage) · 존중(Respect) · 피드백(Feedback)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주요 실천 방법 (Practice)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TDD </a:t>
            </a:r>
            <a:r>
              <a:rPr lang="ko-KR" altLang="en-US" sz="1600" dirty="0"/>
              <a:t>코드 작성 전 테스트 케이스 먼저 작성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페어 프로그래밍 </a:t>
            </a:r>
            <a:r>
              <a:rPr lang="ko-KR" altLang="en-US" sz="1600" dirty="0"/>
              <a:t>두 명이 한 컴퓨터로 함께 개발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CI(지속적 통합) </a:t>
            </a:r>
            <a:r>
              <a:rPr lang="ko-KR" altLang="en-US" sz="1600" dirty="0"/>
              <a:t>매일 여러 번 소스 통합·빌드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리팩토링 </a:t>
            </a:r>
            <a:r>
              <a:rPr lang="ko-KR" altLang="en-US" sz="1600" dirty="0"/>
              <a:t>기능 변경 없이 내부 구조 개선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소규모 릴리즈 </a:t>
            </a:r>
            <a:r>
              <a:rPr lang="ko-KR" altLang="en-US" sz="1600" dirty="0"/>
              <a:t>작은 단위로 자주 릴리즈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코드 공동 소유 · 온사이트 고객 · 코딩 표준 · 단순 설계 · 주 40시간</a:t>
            </a:r>
          </a:p>
        </p:txBody>
      </p:sp>
    </p:spTree>
    <p:extLst>
      <p:ext uri="{BB962C8B-B14F-4D97-AF65-F5344CB8AC3E}">
        <p14:creationId xmlns:p14="http://schemas.microsoft.com/office/powerpoint/2010/main" val="1862613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CEC1E7-BC37-6209-127B-7D6157BCF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스크럼 (Scrum)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6695A66-B1B2-EC6F-A22B-1A8CD2CC73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주요 용어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제품 백로그 </a:t>
            </a:r>
            <a:r>
              <a:rPr lang="ko-KR" altLang="en-US" sz="1600" dirty="0"/>
              <a:t>모든 요구사항을 우선순위에 따라 나열한 목록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스프린트 </a:t>
            </a:r>
            <a:r>
              <a:rPr lang="ko-KR" altLang="en-US" sz="1600" dirty="0"/>
              <a:t>2~4주 정도의 짧은 개발 기간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스프린트 백로그 </a:t>
            </a:r>
            <a:r>
              <a:rPr lang="ko-KR" altLang="en-US" sz="1600" dirty="0"/>
              <a:t>스프린트 목표 달성을 위해 선택한 항목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데일리 스크럼 </a:t>
            </a:r>
            <a:r>
              <a:rPr lang="ko-KR" altLang="en-US" sz="1600" dirty="0"/>
              <a:t>매일 15분 진행하는 짧은 점검 회의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스크럼 이벤트 4종</a:t>
            </a:r>
          </a:p>
          <a:p>
            <a:pPr>
              <a:buFont typeface="Arial"/>
              <a:buChar char="①"/>
            </a:pPr>
            <a:r>
              <a:rPr lang="ko-KR" altLang="en-US" sz="1600" dirty="0"/>
              <a:t> 스프린트 계획 — 목표 및 백로그 선정</a:t>
            </a:r>
          </a:p>
          <a:p>
            <a:pPr>
              <a:buFont typeface="Arial"/>
              <a:buChar char="②"/>
            </a:pPr>
            <a:r>
              <a:rPr lang="ko-KR" altLang="en-US" sz="1600" dirty="0"/>
              <a:t> 일일 스크럼 — 매일 15분 진행 상황 점검</a:t>
            </a:r>
          </a:p>
          <a:p>
            <a:pPr>
              <a:buFont typeface="Arial"/>
              <a:buChar char="③"/>
            </a:pPr>
            <a:r>
              <a:rPr lang="ko-KR" altLang="en-US" sz="1600" dirty="0"/>
              <a:t> 스프린트 검토 — 결과물을 고객에게 시연</a:t>
            </a:r>
          </a:p>
          <a:p>
            <a:pPr>
              <a:buFont typeface="Arial"/>
              <a:buChar char="④"/>
            </a:pPr>
            <a:r>
              <a:rPr lang="ko-KR" altLang="en-US" sz="1600" dirty="0"/>
              <a:t> 스프린트 회고 — 프로세스 개선을 위한 팀 회의</a:t>
            </a:r>
          </a:p>
        </p:txBody>
      </p:sp>
    </p:spTree>
    <p:extLst>
      <p:ext uri="{BB962C8B-B14F-4D97-AF65-F5344CB8AC3E}">
        <p14:creationId xmlns:p14="http://schemas.microsoft.com/office/powerpoint/2010/main" val="2339700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1A32B1-9C78-5998-0A8A-9E67DF493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 분류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21F4A3B-5C53-AE9D-249E-AA95BC5DB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기능적 요구사항 — 시스템이 "무엇을 하는지"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시스템이 수행해야 할 기능에 대한 사항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예: 결제 기능, 장바구니 추가, 회원가입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비기능적 요구사항 — "얼마나 잘 하는지"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성능, 보안, 인터페이스, 테스트 등 품질에 대한 제약사항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예: 응답 시간 2초 이내, 동시 접속자 1000명, 99.9% 가용성</a:t>
            </a:r>
          </a:p>
        </p:txBody>
      </p:sp>
    </p:spTree>
    <p:extLst>
      <p:ext uri="{BB962C8B-B14F-4D97-AF65-F5344CB8AC3E}">
        <p14:creationId xmlns:p14="http://schemas.microsoft.com/office/powerpoint/2010/main" val="16264609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D36FBB-4E12-5490-27B2-7AFAD3CA3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 개발 프로세스 (도·분·명·확)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97711D-8324-4DDE-69DC-632A69664F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/>
              <a:buChar char="①"/>
            </a:pPr>
            <a:r>
              <a:rPr lang="ko-KR" altLang="en-US" sz="1600" b="1" dirty="0"/>
              <a:t> 도출(Elicitation) </a:t>
            </a:r>
            <a:r>
              <a:rPr lang="ko-KR" altLang="en-US" sz="1600" dirty="0"/>
              <a:t>인터뷰, 설문조사, 브레인스토밍으로 요구사항 수집</a:t>
            </a:r>
          </a:p>
          <a:p>
            <a:pPr>
              <a:buFont typeface="Arial"/>
              <a:buChar char="②"/>
            </a:pPr>
            <a:r>
              <a:rPr lang="ko-KR" altLang="en-US" sz="1600" b="1" dirty="0"/>
              <a:t> 분석(Analysis) </a:t>
            </a:r>
            <a:r>
              <a:rPr lang="ko-KR" altLang="en-US" sz="1600" dirty="0"/>
              <a:t>타당성 조사, 비용·일정 파악 (DFD, 자료 사전)</a:t>
            </a:r>
          </a:p>
          <a:p>
            <a:pPr>
              <a:buFont typeface="Arial"/>
              <a:buChar char="③"/>
            </a:pPr>
            <a:r>
              <a:rPr lang="ko-KR" altLang="en-US" sz="1600" b="1" dirty="0"/>
              <a:t> 명세(Specification) </a:t>
            </a:r>
            <a:r>
              <a:rPr lang="ko-KR" altLang="en-US" sz="1600" dirty="0"/>
              <a:t>모델 작성 및 문서화</a:t>
            </a:r>
          </a:p>
          <a:p>
            <a:pPr lvl="1">
              <a:buFont typeface="Arial"/>
              <a:buChar char="–"/>
            </a:pPr>
            <a:r>
              <a:rPr lang="ko-KR" altLang="en-US" sz="1600" dirty="0"/>
              <a:t>정형 명세: 수학적 기호·표기법 (Z 언어, VDM) — 정확하지만 작성 어려움</a:t>
            </a:r>
          </a:p>
          <a:p>
            <a:pPr lvl="1">
              <a:buFont typeface="Arial"/>
              <a:buChar char="–"/>
            </a:pPr>
            <a:r>
              <a:rPr lang="ko-KR" altLang="en-US" sz="1600" dirty="0"/>
              <a:t>비정형 명세: 자연어, 그림 — 이해하기 쉽지만 모호성 존재</a:t>
            </a:r>
          </a:p>
          <a:p>
            <a:pPr>
              <a:buFont typeface="Arial"/>
              <a:buChar char="④"/>
            </a:pPr>
            <a:r>
              <a:rPr lang="ko-KR" altLang="en-US" sz="1600" b="1" dirty="0"/>
              <a:t> 확인(Validation) </a:t>
            </a:r>
            <a:r>
              <a:rPr lang="ko-KR" altLang="en-US" sz="1600" dirty="0"/>
              <a:t>명세서가 고객의 요구를 정확히 반영했는지 검토</a:t>
            </a:r>
          </a:p>
        </p:txBody>
      </p:sp>
    </p:spTree>
    <p:extLst>
      <p:ext uri="{BB962C8B-B14F-4D97-AF65-F5344CB8AC3E}">
        <p14:creationId xmlns:p14="http://schemas.microsoft.com/office/powerpoint/2010/main" val="117118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4F456F-503A-5802-2885-036D69232A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요구사항 확인 기법 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EBE76FC-E12F-A5BF-A153-437A633F5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동료 검토 (Peer Review)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요구사항 명세서 작성자가 직접 설명하고 동료들이 검토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워크스루 (Walk Through)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검토 자료를 사전 배포 후 회의를 통해 오류를 조기에 검출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비공식적 검토 방법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인스펙션 (Inspection) — 가장 공식적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작성자 외 전문 검토 그룹이 공식 절차에 따라 검토</a:t>
            </a:r>
          </a:p>
        </p:txBody>
      </p:sp>
    </p:spTree>
    <p:extLst>
      <p:ext uri="{BB962C8B-B14F-4D97-AF65-F5344CB8AC3E}">
        <p14:creationId xmlns:p14="http://schemas.microsoft.com/office/powerpoint/2010/main" val="1385234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A45011-DC3E-49AC-BC0C-612E387F5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UML (Unified Modeling Language)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BAAEB-A25E-8DF4-2217-EED9CE6BFD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600" dirty="0"/>
              <a:t>시스템 개발 과정에서 의사소통이 원활하게 이루어지도록 표준화한 범용 모델링 언어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구성 요소 3가지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사물(Things) </a:t>
            </a:r>
            <a:r>
              <a:rPr lang="ko-KR" altLang="en-US" sz="1600" dirty="0"/>
              <a:t>모델을 구성하는 가장 중요한 기본 요소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관계(Relationships) </a:t>
            </a:r>
            <a:r>
              <a:rPr lang="ko-KR" altLang="en-US" sz="1600" dirty="0"/>
              <a:t>사물과 사물 사이의 연관성을 표현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다이어그램(Diagram) </a:t>
            </a:r>
            <a:r>
              <a:rPr lang="ko-KR" altLang="en-US" sz="1600" dirty="0"/>
              <a:t>사물과 관계를 도형으로 표현한 것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 err="1">
                <a:solidFill>
                  <a:schemeClr val="accent1"/>
                </a:solidFill>
              </a:rPr>
              <a:t>유스케이스</a:t>
            </a:r>
            <a:r>
              <a:rPr lang="ko-KR" altLang="en-US" sz="1800" b="1" dirty="0">
                <a:solidFill>
                  <a:schemeClr val="accent1"/>
                </a:solidFill>
              </a:rPr>
              <a:t> 스테레오타입</a:t>
            </a:r>
          </a:p>
          <a:p>
            <a:pPr>
              <a:buFont typeface="Arial"/>
              <a:buChar char="•"/>
            </a:pPr>
            <a:r>
              <a:rPr lang="en-US" altLang="ko-KR" sz="1600" b="1" dirty="0"/>
              <a:t>«include» </a:t>
            </a:r>
            <a:r>
              <a:rPr lang="ko-KR" altLang="en-US" sz="1600" dirty="0"/>
              <a:t>반드시 포함되어 실행 (필수적 포함)</a:t>
            </a:r>
          </a:p>
          <a:p>
            <a:pPr>
              <a:buFont typeface="Arial"/>
              <a:buChar char="•"/>
            </a:pPr>
            <a:r>
              <a:rPr lang="en-US" altLang="ko-KR" sz="1600" b="1" dirty="0"/>
              <a:t>«extend» </a:t>
            </a:r>
            <a:r>
              <a:rPr lang="ko-KR" altLang="en-US" sz="1600" dirty="0"/>
              <a:t>특정 조건에서만 선택적으로 실행 (선택적 확장)</a:t>
            </a:r>
          </a:p>
        </p:txBody>
      </p:sp>
    </p:spTree>
    <p:extLst>
      <p:ext uri="{BB962C8B-B14F-4D97-AF65-F5344CB8AC3E}">
        <p14:creationId xmlns:p14="http://schemas.microsoft.com/office/powerpoint/2010/main" val="2828575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BB554-753F-085B-C4ED-3367F8AE5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UML 관계 6종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2EA98C0-23F4-BBA7-70FC-805F52E237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ko-KR" altLang="en-US" sz="1600" b="1" dirty="0"/>
              <a:t>연관(Association) </a:t>
            </a:r>
            <a:r>
              <a:rPr lang="ko-KR" altLang="en-US" sz="1600" dirty="0"/>
              <a:t>클래스 간 서로 참조 [실선]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집합(Aggregation) </a:t>
            </a:r>
            <a:r>
              <a:rPr lang="ko-KR" altLang="en-US" sz="1600" dirty="0"/>
              <a:t>전체-부분, 독립 존재 가능 [빈 마름모 + 실선]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포함(Composition) </a:t>
            </a:r>
            <a:r>
              <a:rPr lang="ko-KR" altLang="en-US" sz="1600" dirty="0"/>
              <a:t>전체-부분, 독립 존재 불가 [채운 마름모 + 실선]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의존(Dependency) </a:t>
            </a:r>
            <a:r>
              <a:rPr lang="ko-KR" altLang="en-US" sz="1600" dirty="0"/>
              <a:t>일시적 사용 관계 [점선 화살표]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실체화(Realization) </a:t>
            </a:r>
            <a:r>
              <a:rPr lang="ko-KR" altLang="en-US" sz="1600" dirty="0"/>
              <a:t>인터페이스 구현 [점선 + 빈 삼각형]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일반화(Generalization) </a:t>
            </a:r>
            <a:r>
              <a:rPr lang="ko-KR" altLang="en-US" sz="1600" dirty="0"/>
              <a:t>상속(is-a) 관계 [실선 + 빈 삼각형]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집합 vs 포함 구별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자동차+타이어 → 집합 (타이어는 따로 존재 가능)</a:t>
            </a:r>
          </a:p>
          <a:p>
            <a:pPr>
              <a:buFont typeface="Arial"/>
              <a:buChar char="•"/>
            </a:pPr>
            <a:r>
              <a:rPr lang="ko-KR" altLang="en-US" sz="1600" dirty="0"/>
              <a:t>자동차+엔진 → 포함 (엔진은 자동차 없이 의미 없음)</a:t>
            </a:r>
          </a:p>
        </p:txBody>
      </p:sp>
    </p:spTree>
    <p:extLst>
      <p:ext uri="{BB962C8B-B14F-4D97-AF65-F5344CB8AC3E}">
        <p14:creationId xmlns:p14="http://schemas.microsoft.com/office/powerpoint/2010/main" val="130531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992A89-0814-5601-4AD9-7632FF0D7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다이어그램의 종류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EA1DE1-3D57-9753-FC68-9DB83D0A05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구조적 다이어그램 (정적)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클래스 </a:t>
            </a:r>
            <a:r>
              <a:rPr lang="ko-KR" altLang="en-US" sz="1600" dirty="0"/>
              <a:t>클래스와 그들 간의 관계 표현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객체 </a:t>
            </a:r>
            <a:r>
              <a:rPr lang="ko-KR" altLang="en-US" sz="1600" dirty="0"/>
              <a:t>특정 시점의 객체와 관계 표현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컴포넌트 </a:t>
            </a:r>
            <a:r>
              <a:rPr lang="ko-KR" altLang="en-US" sz="1600" dirty="0"/>
              <a:t>구현 모듈 간의 관계 표현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배치 </a:t>
            </a:r>
            <a:r>
              <a:rPr lang="ko-KR" altLang="en-US" sz="1600" dirty="0"/>
              <a:t>물리적 요소들의 위치 표현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행위적 다이어그램 (동적)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유스케이스 </a:t>
            </a:r>
            <a:r>
              <a:rPr lang="ko-KR" altLang="en-US" sz="1600" dirty="0"/>
              <a:t>사용자 관점 시스템 활동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시퀀스 </a:t>
            </a:r>
            <a:r>
              <a:rPr lang="ko-KR" altLang="en-US" sz="1600" dirty="0"/>
              <a:t>메시지 순서를 시간 흐름에 따라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상태 </a:t>
            </a:r>
            <a:r>
              <a:rPr lang="ko-KR" altLang="en-US" sz="1600" dirty="0"/>
              <a:t>클래스의 상태 변화 표현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활동 </a:t>
            </a:r>
            <a:r>
              <a:rPr lang="ko-KR" altLang="en-US" sz="1600" dirty="0"/>
              <a:t>처리 로직이나 흐름 표현</a:t>
            </a:r>
          </a:p>
        </p:txBody>
      </p:sp>
    </p:spTree>
    <p:extLst>
      <p:ext uri="{BB962C8B-B14F-4D97-AF65-F5344CB8AC3E}">
        <p14:creationId xmlns:p14="http://schemas.microsoft.com/office/powerpoint/2010/main" val="35159099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0AA979-5743-6A22-3C4C-0DA8E21A2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UI 유형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CB1F171-A926-6BB3-D452-26010D3BA1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/>
              <a:buChar char="•"/>
            </a:pPr>
            <a:r>
              <a:rPr lang="en-US" altLang="ko-KR" sz="1800" b="1" dirty="0"/>
              <a:t>CLI </a:t>
            </a:r>
            <a:r>
              <a:rPr lang="ko-KR" altLang="en-US" sz="1600" dirty="0"/>
              <a:t>텍스트 명령어 입력 방식 (터미널, CMD)</a:t>
            </a:r>
          </a:p>
          <a:p>
            <a:pPr>
              <a:buFont typeface="Arial"/>
              <a:buChar char="•"/>
            </a:pPr>
            <a:r>
              <a:rPr lang="en-US" altLang="ko-KR" sz="1800" b="1" dirty="0"/>
              <a:t>GUI </a:t>
            </a:r>
            <a:r>
              <a:rPr lang="ko-KR" altLang="en-US" sz="1600" dirty="0"/>
              <a:t>그래픽 기반 아이콘 조작 방식 (Windows, macOS)</a:t>
            </a:r>
          </a:p>
          <a:p>
            <a:pPr>
              <a:buFont typeface="Arial"/>
              <a:buChar char="•"/>
            </a:pPr>
            <a:r>
              <a:rPr lang="en-US" altLang="ko-KR" sz="1800" b="1" dirty="0"/>
              <a:t>NUI </a:t>
            </a:r>
            <a:r>
              <a:rPr lang="ko-KR" altLang="en-US" sz="1600" dirty="0"/>
              <a:t>신체 동작·음성 인식 방식 (터치스크린, 음성인식)</a:t>
            </a:r>
          </a:p>
          <a:p>
            <a:pPr>
              <a:buFont typeface="Arial"/>
              <a:buChar char="•"/>
            </a:pPr>
            <a:r>
              <a:rPr lang="en-US" altLang="ko-KR" sz="1800" b="1" dirty="0"/>
              <a:t>VUI </a:t>
            </a:r>
            <a:r>
              <a:rPr lang="ko-KR" altLang="en-US" sz="1600" dirty="0"/>
              <a:t>음성 명령 방식 (Siri, Alexa)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UI vs UX</a:t>
            </a:r>
          </a:p>
          <a:p>
            <a:pPr>
              <a:buFont typeface="Arial"/>
              <a:buChar char="•"/>
            </a:pPr>
            <a:r>
              <a:rPr lang="en-US" altLang="ko-KR" sz="1600" b="1" dirty="0"/>
              <a:t>UI </a:t>
            </a:r>
            <a:r>
              <a:rPr lang="ko-KR" altLang="en-US" sz="1600" dirty="0"/>
              <a:t>사용자가 시스템과 상호작용하는 화면·요소 자체</a:t>
            </a:r>
          </a:p>
          <a:p>
            <a:pPr>
              <a:buFont typeface="Arial"/>
              <a:buChar char="•"/>
            </a:pPr>
            <a:r>
              <a:rPr lang="en-US" altLang="ko-KR" sz="1600" b="1" dirty="0"/>
              <a:t>UX </a:t>
            </a:r>
            <a:r>
              <a:rPr lang="ko-KR" altLang="en-US" sz="1600" dirty="0"/>
              <a:t>사용자가 느끼는 총체적 경험 (UI를 포함하는 더 넓은 개념)</a:t>
            </a:r>
          </a:p>
        </p:txBody>
      </p:sp>
    </p:spTree>
    <p:extLst>
      <p:ext uri="{BB962C8B-B14F-4D97-AF65-F5344CB8AC3E}">
        <p14:creationId xmlns:p14="http://schemas.microsoft.com/office/powerpoint/2010/main" val="26234125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EDE6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E9B00B-C281-AB7D-4BAF-C73E409E6C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UI 설계 원칙 &amp; 도구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B19D4E-7770-A049-B766-6272B64DD3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설계 원칙 — 직·유·학·유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직관성 </a:t>
            </a:r>
            <a:r>
              <a:rPr lang="ko-KR" altLang="en-US" sz="1600" dirty="0"/>
              <a:t>누구나 쉽게 이해하고 사용 가능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유효성 </a:t>
            </a:r>
            <a:r>
              <a:rPr lang="ko-KR" altLang="en-US" sz="1600" dirty="0"/>
              <a:t>사용자 목적을 정확하게 달성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학습성 </a:t>
            </a:r>
            <a:r>
              <a:rPr lang="ko-KR" altLang="en-US" sz="1600" dirty="0"/>
              <a:t>누구나 쉽게 배우고 익힐 수 있음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유연성 </a:t>
            </a:r>
            <a:r>
              <a:rPr lang="ko-KR" altLang="en-US" sz="1600" dirty="0"/>
              <a:t>요구사항 수용, 오류 최소화</a:t>
            </a:r>
          </a:p>
          <a:p>
            <a:pPr>
              <a:buNone/>
            </a:pPr>
            <a:endParaRPr lang="ko-KR" sz="800" dirty="0"/>
          </a:p>
          <a:p>
            <a:pPr>
              <a:buNone/>
            </a:pPr>
            <a:r>
              <a:rPr lang="ko-KR" altLang="en-US" sz="1800" b="1" dirty="0">
                <a:solidFill>
                  <a:schemeClr val="accent1"/>
                </a:solidFill>
              </a:rPr>
              <a:t>설계 도구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와이어프레임 </a:t>
            </a:r>
            <a:r>
              <a:rPr lang="ko-KR" altLang="en-US" sz="1600" dirty="0"/>
              <a:t>선(wire)으로만 표현한 뼈대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목업 </a:t>
            </a:r>
            <a:r>
              <a:rPr lang="ko-KR" altLang="en-US" sz="1600" dirty="0"/>
              <a:t>실제 화면처럼 시각적으로 구현한 정적 모형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프로토타입 </a:t>
            </a:r>
            <a:r>
              <a:rPr lang="ko-KR" altLang="en-US" sz="1600" dirty="0"/>
              <a:t>실제 동작하는 인터랙션 구현 시제품</a:t>
            </a:r>
          </a:p>
          <a:p>
            <a:pPr>
              <a:buFont typeface="Arial"/>
              <a:buChar char="•"/>
            </a:pPr>
            <a:r>
              <a:rPr lang="ko-KR" altLang="en-US" sz="1600" b="1" dirty="0"/>
              <a:t>스토리보드 </a:t>
            </a:r>
            <a:r>
              <a:rPr lang="ko-KR" altLang="en-US" sz="1600" dirty="0"/>
              <a:t>화면 흐름과 UI 요소를 순서대로 정리한 문서</a:t>
            </a:r>
          </a:p>
        </p:txBody>
      </p:sp>
    </p:spTree>
    <p:extLst>
      <p:ext uri="{BB962C8B-B14F-4D97-AF65-F5344CB8AC3E}">
        <p14:creationId xmlns:p14="http://schemas.microsoft.com/office/powerpoint/2010/main" val="1312434272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03430"/>
      </a:dk2>
      <a:lt2>
        <a:srgbClr val="F0EDE6"/>
      </a:lt2>
      <a:accent1>
        <a:srgbClr val="A57361"/>
      </a:accent1>
      <a:accent2>
        <a:srgbClr val="CD9979"/>
      </a:accent2>
      <a:accent3>
        <a:srgbClr val="4E6C67"/>
      </a:accent3>
      <a:accent4>
        <a:srgbClr val="BA958C"/>
      </a:accent4>
      <a:accent5>
        <a:srgbClr val="A08C60"/>
      </a:accent5>
      <a:accent6>
        <a:srgbClr val="956969"/>
      </a:accent6>
      <a:hlink>
        <a:srgbClr val="B0685E"/>
      </a:hlink>
      <a:folHlink>
        <a:srgbClr val="5E827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826328CA-5F67-4711-B85D-145ABD90F0C2}" vid="{19057A55-7D5A-4630-9E53-CA5ED6447771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  <wetp:taskpane dockstate="right" visibility="0" width="350" row="4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BFE21A1-993C-4173-A1D7-2FAF400EE49D}">
  <we:reference id="wa200010001" version="1.0.0.1" store="ko-KR" storeType="OMEX"/>
  <we:alternateReferences>
    <we:reference id="wa200010001" version="1.0.0.1" store="WA200010001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0FCF9E31-EAB1-401B-91F3-291B0BB4D8E1}">
  <we:reference id="wa200005566" version="3.0.0.3" store="en-US" storeType="OMEX"/>
  <we:alternateReferences>
    <we:reference id="WA200005566" version="3.0.0.3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67</TotalTime>
  <Words>863</Words>
  <Application>Microsoft Office PowerPoint</Application>
  <PresentationFormat>와이드스크린</PresentationFormat>
  <Paragraphs>128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Neue Haas Grotesk Text Pro</vt:lpstr>
      <vt:lpstr>Dune</vt:lpstr>
      <vt:lpstr>1과목 요구사항 확인</vt:lpstr>
      <vt:lpstr>목차</vt:lpstr>
      <vt:lpstr>소프트웨어 생명 주기 (SDLC)</vt:lpstr>
      <vt:lpstr>XP (eXtreme Programming)</vt:lpstr>
      <vt:lpstr>스크럼 (Scrum)</vt:lpstr>
      <vt:lpstr>요구사항 분류</vt:lpstr>
      <vt:lpstr>요구사항 개발 프로세스 (도·분·명·확)</vt:lpstr>
      <vt:lpstr>요구사항 확인 기법 </vt:lpstr>
      <vt:lpstr>UML (Unified Modeling Language)</vt:lpstr>
      <vt:lpstr>UML 관계 6종</vt:lpstr>
      <vt:lpstr>다이어그램의 종류</vt:lpstr>
      <vt:lpstr>UI 유형</vt:lpstr>
      <vt:lpstr>UI 설계 원칙 &amp; 도구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성종 손</dc:creator>
  <cp:lastModifiedBy>성종 손</cp:lastModifiedBy>
  <cp:revision>7</cp:revision>
  <dcterms:created xsi:type="dcterms:W3CDTF">2026-03-21T19:55:17Z</dcterms:created>
  <dcterms:modified xsi:type="dcterms:W3CDTF">2026-03-21T21:03:06Z</dcterms:modified>
</cp:coreProperties>
</file>